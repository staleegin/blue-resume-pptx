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675" cy="10691495"/>
  <p:notesSz cx="10691495" cy="75596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mailto:xiaoming@example.com" TargetMode="External"/><Relationship Id="rId7" Type="http://schemas.openxmlformats.org/officeDocument/2006/relationships/hyperlink" Target="https://github.com/xiaoming" TargetMode="External"/><Relationship Id="rId10" Type="http://schemas.openxmlformats.org/officeDocument/2006/relationships/hyperlink" Target="https://example.com/works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8" Type="http://schemas.openxmlformats.org/officeDocument/2006/relationships/image" Target="../media/image-1-6.png"/><Relationship Id="rId9" Type="http://schemas.openxmlformats.org/officeDocument/2006/relationships/image" Target="../media/image-1-7.png"/><Relationship Id="rId11" Type="http://schemas.openxmlformats.org/officeDocument/2006/relationships/image" Target="../media/image-1-8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顶部背景"/>
          <p:cNvSpPr/>
          <p:nvPr/>
        </p:nvSpPr>
        <p:spPr>
          <a:xfrm>
            <a:off x="256540" y="257810"/>
            <a:ext cx="7048500" cy="1670050"/>
          </a:xfrm>
          <a:prstGeom prst="roundRect">
            <a:avLst>
              <a:gd name="adj" fmla="val 7605"/>
            </a:avLst>
          </a:prstGeom>
          <a:solidFill>
            <a:srgbClr val="2563EB"/>
          </a:solidFill>
          <a:ln/>
        </p:spPr>
      </p:sp>
      <p:sp>
        <p:nvSpPr>
          <p:cNvPr id="3" name="姓名"/>
          <p:cNvSpPr txBox="1"/>
          <p:nvPr/>
        </p:nvSpPr>
        <p:spPr>
          <a:xfrm>
            <a:off x="412750" y="370973"/>
            <a:ext cx="3810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7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王小明</a:t>
            </a:r>
            <a:endParaRPr lang="en-US" sz="1710" dirty="0"/>
          </a:p>
        </p:txBody>
      </p:sp>
      <p:sp>
        <p:nvSpPr>
          <p:cNvPr id="4" name="求职意向"/>
          <p:cNvSpPr txBox="1"/>
          <p:nvPr/>
        </p:nvSpPr>
        <p:spPr>
          <a:xfrm>
            <a:off x="412750" y="708597"/>
            <a:ext cx="5715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求职意向：前端开发工程师（校招）</a:t>
            </a:r>
            <a:endParaRPr lang="en-US" sz="900" dirty="0"/>
          </a:p>
        </p:txBody>
      </p:sp>
      <p:sp>
        <p:nvSpPr>
          <p:cNvPr id="5" name="联系方式底框1"/>
          <p:cNvSpPr/>
          <p:nvPr/>
        </p:nvSpPr>
        <p:spPr>
          <a:xfrm>
            <a:off x="381000" y="1035050"/>
            <a:ext cx="1008916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10" y="1089025"/>
            <a:ext cx="107950" cy="107950"/>
          </a:xfrm>
          <a:prstGeom prst="rect">
            <a:avLst/>
          </a:prstGeom>
        </p:spPr>
      </p:pic>
      <p:sp>
        <p:nvSpPr>
          <p:cNvPr id="7" name="联系方式1"/>
          <p:cNvSpPr txBox="1"/>
          <p:nvPr/>
        </p:nvSpPr>
        <p:spPr>
          <a:xfrm>
            <a:off x="610870" y="1035050"/>
            <a:ext cx="77904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13800000000</a:t>
            </a:r>
            <a:endParaRPr lang="en-US" sz="800" dirty="0"/>
          </a:p>
        </p:txBody>
      </p:sp>
      <p:sp>
        <p:nvSpPr>
          <p:cNvPr id="8" name="联系方式底框2"/>
          <p:cNvSpPr/>
          <p:nvPr/>
        </p:nvSpPr>
        <p:spPr>
          <a:xfrm>
            <a:off x="1440716" y="1035050"/>
            <a:ext cx="1540658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726" y="1089025"/>
            <a:ext cx="107950" cy="107950"/>
          </a:xfrm>
          <a:prstGeom prst="rect">
            <a:avLst/>
          </a:prstGeom>
        </p:spPr>
      </p:pic>
      <p:sp>
        <p:nvSpPr>
          <p:cNvPr id="10" name="联系方式2"/>
          <p:cNvSpPr txBox="1"/>
          <p:nvPr/>
        </p:nvSpPr>
        <p:spPr>
          <a:xfrm>
            <a:off x="1670586" y="1035050"/>
            <a:ext cx="13107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xiaoming@example.com</a:t>
            </a:r>
            <a:endParaRPr lang="en-US" sz="800" dirty="0"/>
          </a:p>
        </p:txBody>
      </p:sp>
      <p:pic>
        <p:nvPicPr>
          <p:cNvPr id="11" name="链接2" descr="preencoded.png">
            <a:hlinkClick r:id="rId4" tooltip="xiaoming@example.com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716" y="1035050"/>
            <a:ext cx="1540658" cy="215900"/>
          </a:xfrm>
          <a:prstGeom prst="rect">
            <a:avLst/>
          </a:prstGeom>
        </p:spPr>
      </p:pic>
      <p:sp>
        <p:nvSpPr>
          <p:cNvPr id="12" name="联系方式底框3"/>
          <p:cNvSpPr/>
          <p:nvPr/>
        </p:nvSpPr>
        <p:spPr>
          <a:xfrm>
            <a:off x="3032175" y="1035050"/>
            <a:ext cx="1344026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2185" y="1089025"/>
            <a:ext cx="107950" cy="107950"/>
          </a:xfrm>
          <a:prstGeom prst="rect">
            <a:avLst/>
          </a:prstGeom>
        </p:spPr>
      </p:pic>
      <p:sp>
        <p:nvSpPr>
          <p:cNvPr id="14" name="联系方式3"/>
          <p:cNvSpPr txBox="1"/>
          <p:nvPr/>
        </p:nvSpPr>
        <p:spPr>
          <a:xfrm>
            <a:off x="3262045" y="1035050"/>
            <a:ext cx="111415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github.com/xiaoming</a:t>
            </a:r>
            <a:endParaRPr lang="en-US" sz="800" dirty="0"/>
          </a:p>
        </p:txBody>
      </p:sp>
      <p:pic>
        <p:nvPicPr>
          <p:cNvPr id="15" name="链接3" descr="preencoded.png">
            <a:hlinkClick r:id="rId7" tooltip="github.com/xiaoming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2175" y="1035050"/>
            <a:ext cx="1344026" cy="215900"/>
          </a:xfrm>
          <a:prstGeom prst="rect">
            <a:avLst/>
          </a:prstGeom>
        </p:spPr>
      </p:pic>
      <p:sp>
        <p:nvSpPr>
          <p:cNvPr id="16" name="联系方式底框4"/>
          <p:cNvSpPr/>
          <p:nvPr/>
        </p:nvSpPr>
        <p:spPr>
          <a:xfrm>
            <a:off x="4427001" y="1035050"/>
            <a:ext cx="642620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011" y="1089025"/>
            <a:ext cx="107950" cy="107950"/>
          </a:xfrm>
          <a:prstGeom prst="rect">
            <a:avLst/>
          </a:prstGeom>
        </p:spPr>
      </p:pic>
      <p:sp>
        <p:nvSpPr>
          <p:cNvPr id="18" name="联系方式4"/>
          <p:cNvSpPr txBox="1"/>
          <p:nvPr/>
        </p:nvSpPr>
        <p:spPr>
          <a:xfrm>
            <a:off x="4656871" y="1035050"/>
            <a:ext cx="4127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作品集</a:t>
            </a:r>
            <a:endParaRPr lang="en-US" sz="810" dirty="0"/>
          </a:p>
        </p:txBody>
      </p:sp>
      <p:pic>
        <p:nvPicPr>
          <p:cNvPr id="19" name="链接4" descr="preencoded.png">
            <a:hlinkClick r:id="rId10" tooltip="作品集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7001" y="1035050"/>
            <a:ext cx="642620" cy="215900"/>
          </a:xfrm>
          <a:prstGeom prst="rect">
            <a:avLst/>
          </a:prstGeom>
        </p:spPr>
      </p:pic>
      <p:sp>
        <p:nvSpPr>
          <p:cNvPr id="20" name="分隔线"/>
          <p:cNvSpPr/>
          <p:nvPr/>
        </p:nvSpPr>
        <p:spPr>
          <a:xfrm>
            <a:off x="412750" y="1432560"/>
            <a:ext cx="6807200" cy="127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个人简介"/>
          <p:cNvSpPr txBox="1"/>
          <p:nvPr/>
        </p:nvSpPr>
        <p:spPr>
          <a:xfrm>
            <a:off x="412750" y="1599921"/>
            <a:ext cx="668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计算机专业应届生，两段前端实习，熟悉 React 与工程化，独立完成过 3 个上线项目。</a:t>
            </a:r>
            <a:endParaRPr lang="en-US" sz="810" dirty="0"/>
          </a:p>
        </p:txBody>
      </p:sp>
      <p:pic>
        <p:nvPicPr>
          <p:cNvPr id="22" name="照片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444500"/>
            <a:ext cx="792480" cy="79248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325120" y="219329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24" name="教育经历"/>
          <p:cNvSpPr txBox="1"/>
          <p:nvPr/>
        </p:nvSpPr>
        <p:spPr>
          <a:xfrm>
            <a:off x="457200" y="212565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教育经历</a:t>
            </a:r>
            <a:endParaRPr lang="en-US" sz="990" dirty="0"/>
          </a:p>
        </p:txBody>
      </p:sp>
      <p:sp>
        <p:nvSpPr>
          <p:cNvPr id="25" name="某某大学"/>
          <p:cNvSpPr txBox="1"/>
          <p:nvPr/>
        </p:nvSpPr>
        <p:spPr>
          <a:xfrm>
            <a:off x="325120" y="2392356"/>
            <a:ext cx="34074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某某大学</a:t>
            </a:r>
            <a:endParaRPr lang="en-US" sz="990" dirty="0"/>
          </a:p>
        </p:txBody>
      </p:sp>
      <p:sp>
        <p:nvSpPr>
          <p:cNvPr id="26" name="时间"/>
          <p:cNvSpPr txBox="1"/>
          <p:nvPr/>
        </p:nvSpPr>
        <p:spPr>
          <a:xfrm>
            <a:off x="3307080" y="237610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2022.09 - 2026.06</a:t>
            </a:r>
            <a:endParaRPr lang="en-US" sz="900" dirty="0"/>
          </a:p>
        </p:txBody>
      </p:sp>
      <p:sp>
        <p:nvSpPr>
          <p:cNvPr id="27" name="右侧副信息"/>
          <p:cNvSpPr txBox="1"/>
          <p:nvPr/>
        </p:nvSpPr>
        <p:spPr>
          <a:xfrm>
            <a:off x="3307080" y="251326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本科</a:t>
            </a:r>
            <a:endParaRPr lang="en-US" sz="900" dirty="0"/>
          </a:p>
        </p:txBody>
      </p:sp>
      <p:sp>
        <p:nvSpPr>
          <p:cNvPr id="28" name="副标题"/>
          <p:cNvSpPr txBox="1"/>
          <p:nvPr/>
        </p:nvSpPr>
        <p:spPr>
          <a:xfrm>
            <a:off x="325120" y="2551049"/>
            <a:ext cx="415036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计算机科学与技术</a:t>
            </a:r>
            <a:endParaRPr lang="en-US" sz="900" dirty="0"/>
          </a:p>
        </p:txBody>
      </p:sp>
      <p:sp>
        <p:nvSpPr>
          <p:cNvPr id="29" name="明细"/>
          <p:cNvSpPr txBox="1"/>
          <p:nvPr/>
        </p:nvSpPr>
        <p:spPr>
          <a:xfrm>
            <a:off x="312420" y="274154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成绩：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GPA 3.7/4.0（专业前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10%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）</a:t>
            </a:r>
            <a:endParaRPr lang="en-US" sz="900" dirty="0"/>
          </a:p>
        </p:txBody>
      </p:sp>
      <p:sp>
        <p:nvSpPr>
          <p:cNvPr id="30" name="明细"/>
          <p:cNvSpPr txBox="1"/>
          <p:nvPr/>
        </p:nvSpPr>
        <p:spPr>
          <a:xfrm>
            <a:off x="312420" y="293331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主修课程：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数据结构、操作系统、计算机网络、数据库原理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325120" y="338328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32" name="实习经历"/>
          <p:cNvSpPr txBox="1"/>
          <p:nvPr/>
        </p:nvSpPr>
        <p:spPr>
          <a:xfrm>
            <a:off x="457200" y="331564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实习经历</a:t>
            </a:r>
            <a:endParaRPr lang="en-US" sz="990" dirty="0"/>
          </a:p>
        </p:txBody>
      </p:sp>
      <p:sp>
        <p:nvSpPr>
          <p:cNvPr id="33" name="某互联网公司 · 前端开发实习生"/>
          <p:cNvSpPr txBox="1"/>
          <p:nvPr/>
        </p:nvSpPr>
        <p:spPr>
          <a:xfrm>
            <a:off x="325120" y="3582346"/>
            <a:ext cx="34074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某互联网公司 · 前端开发实习生</a:t>
            </a:r>
            <a:endParaRPr lang="en-US" sz="990" dirty="0"/>
          </a:p>
        </p:txBody>
      </p:sp>
      <p:sp>
        <p:nvSpPr>
          <p:cNvPr id="34" name="时间"/>
          <p:cNvSpPr txBox="1"/>
          <p:nvPr/>
        </p:nvSpPr>
        <p:spPr>
          <a:xfrm>
            <a:off x="3307080" y="356609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2025.07 - 2025.12</a:t>
            </a:r>
            <a:endParaRPr lang="en-US" sz="900" dirty="0"/>
          </a:p>
        </p:txBody>
      </p:sp>
      <p:sp>
        <p:nvSpPr>
          <p:cNvPr id="35" name="明细"/>
          <p:cNvSpPr txBox="1"/>
          <p:nvPr/>
        </p:nvSpPr>
        <p:spPr>
          <a:xfrm>
            <a:off x="312420" y="379310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技术栈：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React、TypeScript、Vite</a:t>
            </a:r>
            <a:endParaRPr lang="en-US" sz="900" dirty="0"/>
          </a:p>
        </p:txBody>
      </p:sp>
      <p:sp>
        <p:nvSpPr>
          <p:cNvPr id="36" name="列表_某互联网公司 · 前端开发实习生"/>
          <p:cNvSpPr txBox="1"/>
          <p:nvPr/>
        </p:nvSpPr>
        <p:spPr>
          <a:xfrm>
            <a:off x="382270" y="3984879"/>
            <a:ext cx="455930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负责商家后台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6 个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页面的重构，首屏加载时间从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3.2 秒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降到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1.4 秒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性能提升 56%</a:t>
            </a:r>
            <a:endParaRPr lang="en-US" sz="900" dirty="0"/>
          </a:p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封装表单与表格组件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12 个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，被团队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 个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项目复用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325120" y="462661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38" name="项目经历"/>
          <p:cNvSpPr txBox="1"/>
          <p:nvPr/>
        </p:nvSpPr>
        <p:spPr>
          <a:xfrm>
            <a:off x="457200" y="455897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项目经历</a:t>
            </a:r>
            <a:endParaRPr lang="en-US" sz="990" dirty="0"/>
          </a:p>
        </p:txBody>
      </p:sp>
      <p:sp>
        <p:nvSpPr>
          <p:cNvPr id="39" name="校园二手交易小程序"/>
          <p:cNvSpPr txBox="1"/>
          <p:nvPr/>
        </p:nvSpPr>
        <p:spPr>
          <a:xfrm>
            <a:off x="325120" y="4825676"/>
            <a:ext cx="34074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校园二手交易小程序</a:t>
            </a:r>
            <a:endParaRPr lang="en-US" sz="990" dirty="0"/>
          </a:p>
        </p:txBody>
      </p:sp>
      <p:sp>
        <p:nvSpPr>
          <p:cNvPr id="40" name="时间"/>
          <p:cNvSpPr txBox="1"/>
          <p:nvPr/>
        </p:nvSpPr>
        <p:spPr>
          <a:xfrm>
            <a:off x="3307080" y="480942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2024.10 - 2025.03</a:t>
            </a:r>
            <a:endParaRPr lang="en-US" sz="900" dirty="0"/>
          </a:p>
        </p:txBody>
      </p:sp>
      <p:sp>
        <p:nvSpPr>
          <p:cNvPr id="41" name="明细"/>
          <p:cNvSpPr txBox="1"/>
          <p:nvPr/>
        </p:nvSpPr>
        <p:spPr>
          <a:xfrm>
            <a:off x="312420" y="503643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技术栈：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Taro、Node.js、MongoDB</a:t>
            </a:r>
            <a:endParaRPr lang="en-US" sz="900" dirty="0"/>
          </a:p>
        </p:txBody>
      </p:sp>
      <p:sp>
        <p:nvSpPr>
          <p:cNvPr id="42" name="明细"/>
          <p:cNvSpPr txBox="1"/>
          <p:nvPr/>
        </p:nvSpPr>
        <p:spPr>
          <a:xfrm>
            <a:off x="312420" y="522820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角色：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负责人（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 人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团队）</a:t>
            </a:r>
            <a:endParaRPr lang="en-US" sz="900" dirty="0"/>
          </a:p>
        </p:txBody>
      </p:sp>
      <p:sp>
        <p:nvSpPr>
          <p:cNvPr id="43" name="列表_校园二手交易小程序"/>
          <p:cNvSpPr txBox="1"/>
          <p:nvPr/>
        </p:nvSpPr>
        <p:spPr>
          <a:xfrm>
            <a:off x="382270" y="5419979"/>
            <a:ext cx="455930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累计用户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2,300 人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，月均成交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400 单</a:t>
            </a:r>
            <a:endParaRPr lang="en-US" sz="900" dirty="0"/>
          </a:p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获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校级创新创业大赛二等奖</a:t>
            </a:r>
            <a:endParaRPr lang="en-US" sz="900" dirty="0"/>
          </a:p>
        </p:txBody>
      </p:sp>
      <p:sp>
        <p:nvSpPr>
          <p:cNvPr id="44" name="技能卡片"/>
          <p:cNvSpPr/>
          <p:nvPr/>
        </p:nvSpPr>
        <p:spPr>
          <a:xfrm>
            <a:off x="5118100" y="2141220"/>
            <a:ext cx="2209800" cy="797560"/>
          </a:xfrm>
          <a:prstGeom prst="roundRect">
            <a:avLst>
              <a:gd name="adj" fmla="val 9554"/>
            </a:avLst>
          </a:prstGeom>
          <a:solidFill>
            <a:srgbClr val="E9EFFD"/>
          </a:solidFill>
          <a:ln/>
        </p:spPr>
      </p:sp>
      <p:sp>
        <p:nvSpPr>
          <p:cNvPr id="45" name="Shape 35"/>
          <p:cNvSpPr/>
          <p:nvPr/>
        </p:nvSpPr>
        <p:spPr>
          <a:xfrm>
            <a:off x="5217160" y="230251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46" name="技能"/>
          <p:cNvSpPr txBox="1"/>
          <p:nvPr/>
        </p:nvSpPr>
        <p:spPr>
          <a:xfrm>
            <a:off x="5370830" y="224503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技能</a:t>
            </a:r>
            <a:endParaRPr lang="en-US" sz="990" dirty="0"/>
          </a:p>
        </p:txBody>
      </p:sp>
      <p:sp>
        <p:nvSpPr>
          <p:cNvPr id="47" name="内容"/>
          <p:cNvSpPr txBox="1"/>
          <p:nvPr/>
        </p:nvSpPr>
        <p:spPr>
          <a:xfrm>
            <a:off x="5231130" y="2478278"/>
            <a:ext cx="1968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Webpack / Vite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微信小程序 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基础</a:t>
            </a:r>
            <a:endParaRPr lang="en-US" sz="800" dirty="0"/>
          </a:p>
        </p:txBody>
      </p:sp>
      <p:sp>
        <p:nvSpPr>
          <p:cNvPr id="48" name="证书卡片"/>
          <p:cNvSpPr/>
          <p:nvPr/>
        </p:nvSpPr>
        <p:spPr>
          <a:xfrm>
            <a:off x="5118100" y="3091180"/>
            <a:ext cx="2209800" cy="1428750"/>
          </a:xfrm>
          <a:prstGeom prst="roundRect">
            <a:avLst>
              <a:gd name="adj" fmla="val 5333"/>
            </a:avLst>
          </a:prstGeom>
          <a:solidFill>
            <a:srgbClr val="E9EFFD"/>
          </a:solidFill>
          <a:ln/>
        </p:spPr>
      </p:sp>
      <p:sp>
        <p:nvSpPr>
          <p:cNvPr id="49" name="Shape 39"/>
          <p:cNvSpPr/>
          <p:nvPr/>
        </p:nvSpPr>
        <p:spPr>
          <a:xfrm>
            <a:off x="5217160" y="325247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0" name="证书"/>
          <p:cNvSpPr txBox="1"/>
          <p:nvPr/>
        </p:nvSpPr>
        <p:spPr>
          <a:xfrm>
            <a:off x="5370830" y="319499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证书</a:t>
            </a:r>
            <a:endParaRPr lang="en-US" sz="990" dirty="0"/>
          </a:p>
        </p:txBody>
      </p:sp>
      <p:sp>
        <p:nvSpPr>
          <p:cNvPr id="51" name="CET-6"/>
          <p:cNvSpPr txBox="1"/>
          <p:nvPr/>
        </p:nvSpPr>
        <p:spPr>
          <a:xfrm>
            <a:off x="5231130" y="3419786"/>
            <a:ext cx="14570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CET-6</a:t>
            </a:r>
            <a:endParaRPr lang="en-US" sz="990" dirty="0"/>
          </a:p>
        </p:txBody>
      </p:sp>
      <p:sp>
        <p:nvSpPr>
          <p:cNvPr id="52" name="时间"/>
          <p:cNvSpPr txBox="1"/>
          <p:nvPr/>
        </p:nvSpPr>
        <p:spPr>
          <a:xfrm>
            <a:off x="6337300" y="3437414"/>
            <a:ext cx="8890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38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2024.06</a:t>
            </a:r>
            <a:endParaRPr lang="en-US" sz="750" dirty="0"/>
          </a:p>
        </p:txBody>
      </p:sp>
      <p:sp>
        <p:nvSpPr>
          <p:cNvPr id="53" name="Shape 43"/>
          <p:cNvSpPr/>
          <p:nvPr/>
        </p:nvSpPr>
        <p:spPr>
          <a:xfrm>
            <a:off x="5232400" y="365252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4" name="Shape 44"/>
          <p:cNvSpPr/>
          <p:nvPr/>
        </p:nvSpPr>
        <p:spPr>
          <a:xfrm>
            <a:off x="5372100" y="365252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5" name="Shape 45"/>
          <p:cNvSpPr/>
          <p:nvPr/>
        </p:nvSpPr>
        <p:spPr>
          <a:xfrm>
            <a:off x="5514340" y="365252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6" name="CET-6内容"/>
          <p:cNvSpPr txBox="1"/>
          <p:nvPr/>
        </p:nvSpPr>
        <p:spPr>
          <a:xfrm>
            <a:off x="5231130" y="374954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全国大学英语六级 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562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分</a:t>
            </a:r>
            <a:endParaRPr lang="en-US" sz="800" dirty="0"/>
          </a:p>
        </p:txBody>
      </p:sp>
      <p:sp>
        <p:nvSpPr>
          <p:cNvPr id="57" name="软件设计师"/>
          <p:cNvSpPr txBox="1"/>
          <p:nvPr/>
        </p:nvSpPr>
        <p:spPr>
          <a:xfrm>
            <a:off x="5231130" y="3973506"/>
            <a:ext cx="14570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软件设计师</a:t>
            </a:r>
            <a:endParaRPr lang="en-US" sz="990" dirty="0"/>
          </a:p>
        </p:txBody>
      </p:sp>
      <p:sp>
        <p:nvSpPr>
          <p:cNvPr id="58" name="时间"/>
          <p:cNvSpPr txBox="1"/>
          <p:nvPr/>
        </p:nvSpPr>
        <p:spPr>
          <a:xfrm>
            <a:off x="6337300" y="3991134"/>
            <a:ext cx="8890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38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2025.05</a:t>
            </a:r>
            <a:endParaRPr lang="en-US" sz="750" dirty="0"/>
          </a:p>
        </p:txBody>
      </p:sp>
      <p:sp>
        <p:nvSpPr>
          <p:cNvPr id="59" name="Shape 49"/>
          <p:cNvSpPr/>
          <p:nvPr/>
        </p:nvSpPr>
        <p:spPr>
          <a:xfrm>
            <a:off x="5232400" y="420624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0" name="Shape 50"/>
          <p:cNvSpPr/>
          <p:nvPr/>
        </p:nvSpPr>
        <p:spPr>
          <a:xfrm>
            <a:off x="5372100" y="420624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1" name="Shape 51"/>
          <p:cNvSpPr/>
          <p:nvPr/>
        </p:nvSpPr>
        <p:spPr>
          <a:xfrm>
            <a:off x="5514340" y="420624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2" name="软件设计师内容"/>
          <p:cNvSpPr txBox="1"/>
          <p:nvPr/>
        </p:nvSpPr>
        <p:spPr>
          <a:xfrm>
            <a:off x="5231130" y="430326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工业和信息化部 · 中级</a:t>
            </a:r>
            <a:endParaRPr lang="en-US" sz="800" dirty="0"/>
          </a:p>
        </p:txBody>
      </p:sp>
      <p:sp>
        <p:nvSpPr>
          <p:cNvPr id="63" name="荣誉卡片"/>
          <p:cNvSpPr/>
          <p:nvPr/>
        </p:nvSpPr>
        <p:spPr>
          <a:xfrm>
            <a:off x="5118100" y="4672330"/>
            <a:ext cx="2209800" cy="875030"/>
          </a:xfrm>
          <a:prstGeom prst="roundRect">
            <a:avLst>
              <a:gd name="adj" fmla="val 8708"/>
            </a:avLst>
          </a:prstGeom>
          <a:solidFill>
            <a:srgbClr val="E9EFFD"/>
          </a:solidFill>
          <a:ln/>
        </p:spPr>
      </p:sp>
      <p:sp>
        <p:nvSpPr>
          <p:cNvPr id="64" name="Shape 54"/>
          <p:cNvSpPr/>
          <p:nvPr/>
        </p:nvSpPr>
        <p:spPr>
          <a:xfrm>
            <a:off x="5217160" y="483362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5" name="荣誉"/>
          <p:cNvSpPr txBox="1"/>
          <p:nvPr/>
        </p:nvSpPr>
        <p:spPr>
          <a:xfrm>
            <a:off x="5370830" y="477614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荣誉</a:t>
            </a:r>
            <a:endParaRPr lang="en-US" sz="990" dirty="0"/>
          </a:p>
        </p:txBody>
      </p:sp>
      <p:sp>
        <p:nvSpPr>
          <p:cNvPr id="66" name="国家励志奖学金"/>
          <p:cNvSpPr txBox="1"/>
          <p:nvPr/>
        </p:nvSpPr>
        <p:spPr>
          <a:xfrm>
            <a:off x="5231130" y="5000936"/>
            <a:ext cx="160001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国家励志奖学金</a:t>
            </a:r>
            <a:endParaRPr lang="en-US" sz="990" dirty="0"/>
          </a:p>
        </p:txBody>
      </p:sp>
      <p:sp>
        <p:nvSpPr>
          <p:cNvPr id="67" name="时间"/>
          <p:cNvSpPr txBox="1"/>
          <p:nvPr/>
        </p:nvSpPr>
        <p:spPr>
          <a:xfrm>
            <a:off x="6337300" y="5018564"/>
            <a:ext cx="8890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38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68" name="Shape 58"/>
          <p:cNvSpPr/>
          <p:nvPr/>
        </p:nvSpPr>
        <p:spPr>
          <a:xfrm>
            <a:off x="5232400" y="523367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9" name="Shape 59"/>
          <p:cNvSpPr/>
          <p:nvPr/>
        </p:nvSpPr>
        <p:spPr>
          <a:xfrm>
            <a:off x="5372100" y="523367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0" name="Shape 60"/>
          <p:cNvSpPr/>
          <p:nvPr/>
        </p:nvSpPr>
        <p:spPr>
          <a:xfrm>
            <a:off x="5514340" y="523367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1" name="国家励志奖学金内容"/>
          <p:cNvSpPr txBox="1"/>
          <p:nvPr/>
        </p:nvSpPr>
        <p:spPr>
          <a:xfrm>
            <a:off x="5231130" y="533069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教育部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王小明 个人简历</dc:title>
  <dc:subject>PptxGenJS Presentation</dc:subject>
  <dc:creator>PptxGenJS</dc:creator>
  <cp:lastModifiedBy>PptxGenJS</cp:lastModifiedBy>
  <cp:revision>1</cp:revision>
  <dcterms:created xsi:type="dcterms:W3CDTF">2026-10-25T02:04:46Z</dcterms:created>
  <dcterms:modified xsi:type="dcterms:W3CDTF">2026-10-25T02:04:46Z</dcterms:modified>
</cp:coreProperties>
</file>