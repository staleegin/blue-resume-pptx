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675" cy="10691495"/>
  <p:notesSz cx="10691495" cy="7559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mailto:alex.morgan@example.com" TargetMode="External"/><Relationship Id="rId7" Type="http://schemas.openxmlformats.org/officeDocument/2006/relationships/hyperlink" Target="https://linkedin.com/in/example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顶部背景"/>
          <p:cNvSpPr/>
          <p:nvPr/>
        </p:nvSpPr>
        <p:spPr>
          <a:xfrm>
            <a:off x="256540" y="257810"/>
            <a:ext cx="7048500" cy="1822450"/>
          </a:xfrm>
          <a:prstGeom prst="roundRect">
            <a:avLst>
              <a:gd name="adj" fmla="val 6969"/>
            </a:avLst>
          </a:prstGeom>
          <a:solidFill>
            <a:srgbClr val="2563EB"/>
          </a:solidFill>
          <a:ln/>
        </p:spPr>
      </p:sp>
      <p:sp>
        <p:nvSpPr>
          <p:cNvPr id="3" name="姓名"/>
          <p:cNvSpPr txBox="1"/>
          <p:nvPr/>
        </p:nvSpPr>
        <p:spPr>
          <a:xfrm>
            <a:off x="412750" y="370973"/>
            <a:ext cx="3810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</a:t>
            </a:r>
            <a:endParaRPr lang="en-US" sz="1710" dirty="0"/>
          </a:p>
        </p:txBody>
      </p:sp>
      <p:sp>
        <p:nvSpPr>
          <p:cNvPr id="4" name="求职意向"/>
          <p:cNvSpPr txBox="1"/>
          <p:nvPr/>
        </p:nvSpPr>
        <p:spPr>
          <a:xfrm>
            <a:off x="412750" y="708597"/>
            <a:ext cx="571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Specialist</a:t>
            </a:r>
            <a:endParaRPr lang="en-US" sz="900" dirty="0"/>
          </a:p>
        </p:txBody>
      </p:sp>
      <p:sp>
        <p:nvSpPr>
          <p:cNvPr id="5" name="联系方式底框1"/>
          <p:cNvSpPr/>
          <p:nvPr/>
        </p:nvSpPr>
        <p:spPr>
          <a:xfrm>
            <a:off x="381000" y="1035050"/>
            <a:ext cx="1013217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" y="1089025"/>
            <a:ext cx="107950" cy="107950"/>
          </a:xfrm>
          <a:prstGeom prst="rect">
            <a:avLst/>
          </a:prstGeom>
        </p:spPr>
      </p:pic>
      <p:sp>
        <p:nvSpPr>
          <p:cNvPr id="7" name="联系方式1"/>
          <p:cNvSpPr txBox="1"/>
          <p:nvPr/>
        </p:nvSpPr>
        <p:spPr>
          <a:xfrm>
            <a:off x="610870" y="1035050"/>
            <a:ext cx="7833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+1 555-0100</a:t>
            </a:r>
            <a:endParaRPr lang="en-US" sz="800" dirty="0"/>
          </a:p>
        </p:txBody>
      </p:sp>
      <p:sp>
        <p:nvSpPr>
          <p:cNvPr id="8" name="联系方式底框2"/>
          <p:cNvSpPr/>
          <p:nvPr/>
        </p:nvSpPr>
        <p:spPr>
          <a:xfrm>
            <a:off x="1445017" y="1035050"/>
            <a:ext cx="1806462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27" y="1089025"/>
            <a:ext cx="107950" cy="107950"/>
          </a:xfrm>
          <a:prstGeom prst="rect">
            <a:avLst/>
          </a:prstGeom>
        </p:spPr>
      </p:pic>
      <p:sp>
        <p:nvSpPr>
          <p:cNvPr id="10" name="联系方式2"/>
          <p:cNvSpPr txBox="1"/>
          <p:nvPr/>
        </p:nvSpPr>
        <p:spPr>
          <a:xfrm>
            <a:off x="1674887" y="1035050"/>
            <a:ext cx="157659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alex.morgan@example.com</a:t>
            </a:r>
            <a:endParaRPr lang="en-US" sz="800" dirty="0"/>
          </a:p>
        </p:txBody>
      </p:sp>
      <p:pic>
        <p:nvPicPr>
          <p:cNvPr id="11" name="链接2" descr="preencoded.png">
            <a:hlinkClick r:id="rId4" tooltip="alex.morgan@example.com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17" y="1035050"/>
            <a:ext cx="1806462" cy="215900"/>
          </a:xfrm>
          <a:prstGeom prst="rect">
            <a:avLst/>
          </a:prstGeom>
        </p:spPr>
      </p:pic>
      <p:sp>
        <p:nvSpPr>
          <p:cNvPr id="12" name="联系方式底框3"/>
          <p:cNvSpPr/>
          <p:nvPr/>
        </p:nvSpPr>
        <p:spPr>
          <a:xfrm>
            <a:off x="3302279" y="1035050"/>
            <a:ext cx="1597916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289" y="1089025"/>
            <a:ext cx="107950" cy="107950"/>
          </a:xfrm>
          <a:prstGeom prst="rect">
            <a:avLst/>
          </a:prstGeom>
        </p:spPr>
      </p:pic>
      <p:sp>
        <p:nvSpPr>
          <p:cNvPr id="14" name="联系方式3"/>
          <p:cNvSpPr txBox="1"/>
          <p:nvPr/>
        </p:nvSpPr>
        <p:spPr>
          <a:xfrm>
            <a:off x="3532149" y="1035050"/>
            <a:ext cx="13680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linkedin.com/in/example</a:t>
            </a:r>
            <a:endParaRPr lang="en-US" sz="800" dirty="0"/>
          </a:p>
        </p:txBody>
      </p:sp>
      <p:pic>
        <p:nvPicPr>
          <p:cNvPr id="15" name="链接3" descr="preencoded.png">
            <a:hlinkClick r:id="rId7" tooltip="linkedin.com/in/examp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279" y="1035050"/>
            <a:ext cx="1597916" cy="215900"/>
          </a:xfrm>
          <a:prstGeom prst="rect">
            <a:avLst/>
          </a:prstGeom>
        </p:spPr>
      </p:pic>
      <p:sp>
        <p:nvSpPr>
          <p:cNvPr id="16" name="联系方式底框4"/>
          <p:cNvSpPr/>
          <p:nvPr/>
        </p:nvSpPr>
        <p:spPr>
          <a:xfrm>
            <a:off x="4950995" y="1035050"/>
            <a:ext cx="893416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1005" y="1089025"/>
            <a:ext cx="107950" cy="107950"/>
          </a:xfrm>
          <a:prstGeom prst="rect">
            <a:avLst/>
          </a:prstGeom>
        </p:spPr>
      </p:pic>
      <p:sp>
        <p:nvSpPr>
          <p:cNvPr id="18" name="联系方式4"/>
          <p:cNvSpPr txBox="1"/>
          <p:nvPr/>
        </p:nvSpPr>
        <p:spPr>
          <a:xfrm>
            <a:off x="5180865" y="1035050"/>
            <a:ext cx="6635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TX</a:t>
            </a:r>
            <a:endParaRPr lang="en-US" sz="800" dirty="0"/>
          </a:p>
        </p:txBody>
      </p:sp>
      <p:sp>
        <p:nvSpPr>
          <p:cNvPr id="19" name="分隔线"/>
          <p:cNvSpPr/>
          <p:nvPr/>
        </p:nvSpPr>
        <p:spPr>
          <a:xfrm>
            <a:off x="412750" y="1432560"/>
            <a:ext cx="6807200" cy="127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个人简介"/>
          <p:cNvSpPr txBox="1"/>
          <p:nvPr/>
        </p:nvSpPr>
        <p:spPr>
          <a:xfrm>
            <a:off x="412750" y="1599921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specialist with 4 years of experience in paid social, SEO and lifecycle email. Comfortable owning a budget, running experiments and reporting results to leadership.</a:t>
            </a:r>
            <a:endParaRPr lang="en-US" sz="810" dirty="0"/>
          </a:p>
        </p:txBody>
      </p:sp>
      <p:sp>
        <p:nvSpPr>
          <p:cNvPr id="21" name="Shape 13"/>
          <p:cNvSpPr/>
          <p:nvPr/>
        </p:nvSpPr>
        <p:spPr>
          <a:xfrm>
            <a:off x="325120" y="234569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22" name="Experience"/>
          <p:cNvSpPr txBox="1"/>
          <p:nvPr/>
        </p:nvSpPr>
        <p:spPr>
          <a:xfrm>
            <a:off x="457200" y="227805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90" dirty="0"/>
          </a:p>
        </p:txBody>
      </p:sp>
      <p:sp>
        <p:nvSpPr>
          <p:cNvPr id="23" name="Digital Marketing Sp"/>
          <p:cNvSpPr txBox="1"/>
          <p:nvPr/>
        </p:nvSpPr>
        <p:spPr>
          <a:xfrm>
            <a:off x="325120" y="2544756"/>
            <a:ext cx="33977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Specialist</a:t>
            </a:r>
            <a:endParaRPr lang="en-US" sz="990" dirty="0"/>
          </a:p>
        </p:txBody>
      </p:sp>
      <p:sp>
        <p:nvSpPr>
          <p:cNvPr id="24" name="时间"/>
          <p:cNvSpPr txBox="1"/>
          <p:nvPr/>
        </p:nvSpPr>
        <p:spPr>
          <a:xfrm>
            <a:off x="3307080" y="252850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2023.03 - Present</a:t>
            </a:r>
            <a:endParaRPr lang="en-US" sz="900" dirty="0"/>
          </a:p>
        </p:txBody>
      </p:sp>
      <p:sp>
        <p:nvSpPr>
          <p:cNvPr id="25" name="副标题"/>
          <p:cNvSpPr txBox="1"/>
          <p:nvPr/>
        </p:nvSpPr>
        <p:spPr>
          <a:xfrm>
            <a:off x="325120" y="2703449"/>
            <a:ext cx="45059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Outdoor Co. | Austin, TX</a:t>
            </a:r>
            <a:endParaRPr lang="en-US" sz="900" dirty="0"/>
          </a:p>
        </p:txBody>
      </p:sp>
      <p:sp>
        <p:nvSpPr>
          <p:cNvPr id="26" name="列表_Digital Marketin"/>
          <p:cNvSpPr txBox="1"/>
          <p:nvPr/>
        </p:nvSpPr>
        <p:spPr>
          <a:xfrm>
            <a:off x="382270" y="2893949"/>
            <a:ext cx="45593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$40K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paid social budget across Meta and TikTok; cut cost per acquisition by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weekly A/B testing routine for landing pages, lifting conversion rate from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5-step onboarding email flow that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drove 18% of first-year revenue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new customers</a:t>
            </a:r>
            <a:endParaRPr lang="en-US" sz="900" dirty="0"/>
          </a:p>
        </p:txBody>
      </p:sp>
      <p:sp>
        <p:nvSpPr>
          <p:cNvPr id="27" name="Marketing Coordinato"/>
          <p:cNvSpPr txBox="1"/>
          <p:nvPr/>
        </p:nvSpPr>
        <p:spPr>
          <a:xfrm>
            <a:off x="325120" y="4214806"/>
            <a:ext cx="337696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Coordinator</a:t>
            </a:r>
            <a:endParaRPr lang="en-US" sz="990" dirty="0"/>
          </a:p>
        </p:txBody>
      </p:sp>
      <p:sp>
        <p:nvSpPr>
          <p:cNvPr id="28" name="时间"/>
          <p:cNvSpPr txBox="1"/>
          <p:nvPr/>
        </p:nvSpPr>
        <p:spPr>
          <a:xfrm>
            <a:off x="3307080" y="419855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2021.06 - 2023.02</a:t>
            </a:r>
            <a:endParaRPr lang="en-US" sz="900" dirty="0"/>
          </a:p>
        </p:txBody>
      </p:sp>
      <p:sp>
        <p:nvSpPr>
          <p:cNvPr id="29" name="副标题"/>
          <p:cNvSpPr txBox="1"/>
          <p:nvPr/>
        </p:nvSpPr>
        <p:spPr>
          <a:xfrm>
            <a:off x="325120" y="4373499"/>
            <a:ext cx="45059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Coffee Roasters | Denver, CO</a:t>
            </a:r>
            <a:endParaRPr lang="en-US" sz="900" dirty="0"/>
          </a:p>
        </p:txBody>
      </p:sp>
      <p:sp>
        <p:nvSpPr>
          <p:cNvPr id="30" name="列表_Marketing Coordi"/>
          <p:cNvSpPr txBox="1"/>
          <p:nvPr/>
        </p:nvSpPr>
        <p:spPr>
          <a:xfrm>
            <a:off x="382270" y="4563999"/>
            <a:ext cx="4559300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Grew organic search traffic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12 months through a 40-article content plan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12 in-store events per year with local partners and tracked attendance and sales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325120" y="53975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2" name="Projects"/>
          <p:cNvSpPr txBox="1"/>
          <p:nvPr/>
        </p:nvSpPr>
        <p:spPr>
          <a:xfrm>
            <a:off x="457200" y="532986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90" dirty="0"/>
          </a:p>
        </p:txBody>
      </p:sp>
      <p:sp>
        <p:nvSpPr>
          <p:cNvPr id="33" name="Holiday Gift Guide C"/>
          <p:cNvSpPr txBox="1"/>
          <p:nvPr/>
        </p:nvSpPr>
        <p:spPr>
          <a:xfrm>
            <a:off x="325120" y="5596566"/>
            <a:ext cx="39328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Gift Guide Campaign</a:t>
            </a:r>
            <a:endParaRPr lang="en-US" sz="990" dirty="0"/>
          </a:p>
        </p:txBody>
      </p:sp>
      <p:sp>
        <p:nvSpPr>
          <p:cNvPr id="34" name="时间"/>
          <p:cNvSpPr txBox="1"/>
          <p:nvPr/>
        </p:nvSpPr>
        <p:spPr>
          <a:xfrm>
            <a:off x="3307080" y="558031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2024.11</a:t>
            </a:r>
            <a:endParaRPr lang="en-US" sz="900" dirty="0"/>
          </a:p>
        </p:txBody>
      </p:sp>
      <p:sp>
        <p:nvSpPr>
          <p:cNvPr id="35" name="明细"/>
          <p:cNvSpPr txBox="1"/>
          <p:nvPr/>
        </p:nvSpPr>
        <p:spPr>
          <a:xfrm>
            <a:off x="312420" y="580732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Ads, Email, Instagram</a:t>
            </a:r>
            <a:endParaRPr lang="en-US" sz="900" dirty="0"/>
          </a:p>
        </p:txBody>
      </p:sp>
      <p:sp>
        <p:nvSpPr>
          <p:cNvPr id="36" name="列表_Holiday Gift Gui"/>
          <p:cNvSpPr txBox="1"/>
          <p:nvPr/>
        </p:nvSpPr>
        <p:spPr>
          <a:xfrm>
            <a:off x="382270" y="5999099"/>
            <a:ext cx="455930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and shipped the campaign in 3 weeks; generated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sales at a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4.2x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 on ad spend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325120" y="66408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8" name="Education"/>
          <p:cNvSpPr txBox="1"/>
          <p:nvPr/>
        </p:nvSpPr>
        <p:spPr>
          <a:xfrm>
            <a:off x="457200" y="657319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990" dirty="0"/>
          </a:p>
        </p:txBody>
      </p:sp>
      <p:sp>
        <p:nvSpPr>
          <p:cNvPr id="39" name="University of Exampl"/>
          <p:cNvSpPr txBox="1"/>
          <p:nvPr/>
        </p:nvSpPr>
        <p:spPr>
          <a:xfrm>
            <a:off x="325120" y="6839896"/>
            <a:ext cx="337696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Example</a:t>
            </a:r>
            <a:endParaRPr lang="en-US" sz="990" dirty="0"/>
          </a:p>
        </p:txBody>
      </p:sp>
      <p:sp>
        <p:nvSpPr>
          <p:cNvPr id="40" name="时间"/>
          <p:cNvSpPr txBox="1"/>
          <p:nvPr/>
        </p:nvSpPr>
        <p:spPr>
          <a:xfrm>
            <a:off x="3307080" y="682364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2017.09 - 2021.05</a:t>
            </a:r>
            <a:endParaRPr lang="en-US" sz="900" dirty="0"/>
          </a:p>
        </p:txBody>
      </p:sp>
      <p:sp>
        <p:nvSpPr>
          <p:cNvPr id="41" name="副标题"/>
          <p:cNvSpPr txBox="1"/>
          <p:nvPr/>
        </p:nvSpPr>
        <p:spPr>
          <a:xfrm>
            <a:off x="325120" y="6998589"/>
            <a:ext cx="45059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B.A. in Communication</a:t>
            </a:r>
            <a:endParaRPr lang="en-US" sz="900" dirty="0"/>
          </a:p>
        </p:txBody>
      </p:sp>
      <p:sp>
        <p:nvSpPr>
          <p:cNvPr id="42" name="明细"/>
          <p:cNvSpPr txBox="1"/>
          <p:nvPr/>
        </p:nvSpPr>
        <p:spPr>
          <a:xfrm>
            <a:off x="312420" y="718908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Honors: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Dean's List, 6 semesters</a:t>
            </a:r>
            <a:endParaRPr lang="en-US" sz="900" dirty="0"/>
          </a:p>
        </p:txBody>
      </p:sp>
      <p:sp>
        <p:nvSpPr>
          <p:cNvPr id="43" name="Skills卡片"/>
          <p:cNvSpPr/>
          <p:nvPr/>
        </p:nvSpPr>
        <p:spPr>
          <a:xfrm>
            <a:off x="5118100" y="2293620"/>
            <a:ext cx="2209800" cy="919480"/>
          </a:xfrm>
          <a:prstGeom prst="roundRect">
            <a:avLst>
              <a:gd name="adj" fmla="val 8287"/>
            </a:avLst>
          </a:prstGeom>
          <a:solidFill>
            <a:srgbClr val="E9EFFD"/>
          </a:solidFill>
          <a:ln/>
        </p:spPr>
      </p:sp>
      <p:sp>
        <p:nvSpPr>
          <p:cNvPr id="44" name="Shape 36"/>
          <p:cNvSpPr/>
          <p:nvPr/>
        </p:nvSpPr>
        <p:spPr>
          <a:xfrm>
            <a:off x="5217160" y="245491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45" name="Skills"/>
          <p:cNvSpPr txBox="1"/>
          <p:nvPr/>
        </p:nvSpPr>
        <p:spPr>
          <a:xfrm>
            <a:off x="5370830" y="239743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990" dirty="0"/>
          </a:p>
        </p:txBody>
      </p:sp>
      <p:sp>
        <p:nvSpPr>
          <p:cNvPr id="46" name="内容"/>
          <p:cNvSpPr txBox="1"/>
          <p:nvPr/>
        </p:nvSpPr>
        <p:spPr>
          <a:xfrm>
            <a:off x="5231130" y="2630678"/>
            <a:ext cx="19685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Automation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Copywriting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Planning</a:t>
            </a:r>
            <a:endParaRPr lang="en-US" sz="800" dirty="0"/>
          </a:p>
        </p:txBody>
      </p:sp>
      <p:sp>
        <p:nvSpPr>
          <p:cNvPr id="47" name="Tools卡片"/>
          <p:cNvSpPr/>
          <p:nvPr/>
        </p:nvSpPr>
        <p:spPr>
          <a:xfrm>
            <a:off x="5118100" y="3365500"/>
            <a:ext cx="2209800" cy="675640"/>
          </a:xfrm>
          <a:prstGeom prst="roundRect">
            <a:avLst>
              <a:gd name="adj" fmla="val 11278"/>
            </a:avLst>
          </a:prstGeom>
          <a:solidFill>
            <a:srgbClr val="E9EFFD"/>
          </a:solidFill>
          <a:ln/>
        </p:spPr>
      </p:sp>
      <p:sp>
        <p:nvSpPr>
          <p:cNvPr id="48" name="Shape 40"/>
          <p:cNvSpPr/>
          <p:nvPr/>
        </p:nvSpPr>
        <p:spPr>
          <a:xfrm>
            <a:off x="5217160" y="352679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49" name="Tools"/>
          <p:cNvSpPr txBox="1"/>
          <p:nvPr/>
        </p:nvSpPr>
        <p:spPr>
          <a:xfrm>
            <a:off x="5370830" y="346931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90" dirty="0"/>
          </a:p>
        </p:txBody>
      </p:sp>
      <p:sp>
        <p:nvSpPr>
          <p:cNvPr id="50" name="内容"/>
          <p:cNvSpPr txBox="1"/>
          <p:nvPr/>
        </p:nvSpPr>
        <p:spPr>
          <a:xfrm>
            <a:off x="5231130" y="3702558"/>
            <a:ext cx="1968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Looker Studio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Klaviyo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00" dirty="0"/>
          </a:p>
        </p:txBody>
      </p:sp>
      <p:sp>
        <p:nvSpPr>
          <p:cNvPr id="51" name="Certifications卡片"/>
          <p:cNvSpPr/>
          <p:nvPr/>
        </p:nvSpPr>
        <p:spPr>
          <a:xfrm>
            <a:off x="5118100" y="4193540"/>
            <a:ext cx="2209800" cy="1428750"/>
          </a:xfrm>
          <a:prstGeom prst="roundRect">
            <a:avLst>
              <a:gd name="adj" fmla="val 5333"/>
            </a:avLst>
          </a:prstGeom>
          <a:solidFill>
            <a:srgbClr val="E9EFFD"/>
          </a:solidFill>
          <a:ln/>
        </p:spPr>
      </p:sp>
      <p:sp>
        <p:nvSpPr>
          <p:cNvPr id="52" name="Shape 44"/>
          <p:cNvSpPr/>
          <p:nvPr/>
        </p:nvSpPr>
        <p:spPr>
          <a:xfrm>
            <a:off x="5217160" y="43548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3" name="Certifications"/>
          <p:cNvSpPr txBox="1"/>
          <p:nvPr/>
        </p:nvSpPr>
        <p:spPr>
          <a:xfrm>
            <a:off x="5370830" y="429735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</a:t>
            </a:r>
            <a:endParaRPr lang="en-US" sz="990" dirty="0"/>
          </a:p>
        </p:txBody>
      </p:sp>
      <p:sp>
        <p:nvSpPr>
          <p:cNvPr id="54" name="Google Ads Search"/>
          <p:cNvSpPr txBox="1"/>
          <p:nvPr/>
        </p:nvSpPr>
        <p:spPr>
          <a:xfrm>
            <a:off x="5231130" y="4522146"/>
            <a:ext cx="16000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Search</a:t>
            </a:r>
            <a:endParaRPr lang="en-US" sz="990" dirty="0"/>
          </a:p>
        </p:txBody>
      </p:sp>
      <p:sp>
        <p:nvSpPr>
          <p:cNvPr id="55" name="时间"/>
          <p:cNvSpPr txBox="1"/>
          <p:nvPr/>
        </p:nvSpPr>
        <p:spPr>
          <a:xfrm>
            <a:off x="6337300" y="453977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5232400" y="47548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7" name="Shape 49"/>
          <p:cNvSpPr/>
          <p:nvPr/>
        </p:nvSpPr>
        <p:spPr>
          <a:xfrm>
            <a:off x="5372100" y="47548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8" name="Shape 50"/>
          <p:cNvSpPr/>
          <p:nvPr/>
        </p:nvSpPr>
        <p:spPr>
          <a:xfrm>
            <a:off x="5514340" y="47548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9" name="Google Ads Search内容"/>
          <p:cNvSpPr txBox="1"/>
          <p:nvPr/>
        </p:nvSpPr>
        <p:spPr>
          <a:xfrm>
            <a:off x="5231130" y="485190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Skillshop</a:t>
            </a:r>
            <a:endParaRPr lang="en-US" sz="800" dirty="0"/>
          </a:p>
        </p:txBody>
      </p:sp>
      <p:sp>
        <p:nvSpPr>
          <p:cNvPr id="60" name="HubSpot Inbound"/>
          <p:cNvSpPr txBox="1"/>
          <p:nvPr/>
        </p:nvSpPr>
        <p:spPr>
          <a:xfrm>
            <a:off x="5231130" y="5075866"/>
            <a:ext cx="16000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Inbound</a:t>
            </a:r>
            <a:endParaRPr lang="en-US" sz="990" dirty="0"/>
          </a:p>
        </p:txBody>
      </p:sp>
      <p:sp>
        <p:nvSpPr>
          <p:cNvPr id="61" name="时间"/>
          <p:cNvSpPr txBox="1"/>
          <p:nvPr/>
        </p:nvSpPr>
        <p:spPr>
          <a:xfrm>
            <a:off x="6337300" y="509349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750" dirty="0"/>
          </a:p>
        </p:txBody>
      </p:sp>
      <p:sp>
        <p:nvSpPr>
          <p:cNvPr id="62" name="Shape 54"/>
          <p:cNvSpPr/>
          <p:nvPr/>
        </p:nvSpPr>
        <p:spPr>
          <a:xfrm>
            <a:off x="5232400" y="53086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3" name="Shape 55"/>
          <p:cNvSpPr/>
          <p:nvPr/>
        </p:nvSpPr>
        <p:spPr>
          <a:xfrm>
            <a:off x="5372100" y="53086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4" name="Shape 56"/>
          <p:cNvSpPr/>
          <p:nvPr/>
        </p:nvSpPr>
        <p:spPr>
          <a:xfrm>
            <a:off x="5514340" y="53086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5" name="HubSpot Inbound内容"/>
          <p:cNvSpPr txBox="1"/>
          <p:nvPr/>
        </p:nvSpPr>
        <p:spPr>
          <a:xfrm>
            <a:off x="5231130" y="540562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Academy</a:t>
            </a:r>
            <a:endParaRPr lang="en-US" sz="800" dirty="0"/>
          </a:p>
        </p:txBody>
      </p:sp>
      <p:sp>
        <p:nvSpPr>
          <p:cNvPr id="66" name="Languages卡片"/>
          <p:cNvSpPr/>
          <p:nvPr/>
        </p:nvSpPr>
        <p:spPr>
          <a:xfrm>
            <a:off x="5118100" y="5774690"/>
            <a:ext cx="2209800" cy="1428750"/>
          </a:xfrm>
          <a:prstGeom prst="roundRect">
            <a:avLst>
              <a:gd name="adj" fmla="val 5333"/>
            </a:avLst>
          </a:prstGeom>
          <a:solidFill>
            <a:srgbClr val="E9EFFD"/>
          </a:solidFill>
          <a:ln/>
        </p:spPr>
      </p:sp>
      <p:sp>
        <p:nvSpPr>
          <p:cNvPr id="67" name="Shape 59"/>
          <p:cNvSpPr/>
          <p:nvPr/>
        </p:nvSpPr>
        <p:spPr>
          <a:xfrm>
            <a:off x="5217160" y="59359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8" name="Languages"/>
          <p:cNvSpPr txBox="1"/>
          <p:nvPr/>
        </p:nvSpPr>
        <p:spPr>
          <a:xfrm>
            <a:off x="5370830" y="587850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990" dirty="0"/>
          </a:p>
        </p:txBody>
      </p:sp>
      <p:sp>
        <p:nvSpPr>
          <p:cNvPr id="69" name="English"/>
          <p:cNvSpPr txBox="1"/>
          <p:nvPr/>
        </p:nvSpPr>
        <p:spPr>
          <a:xfrm>
            <a:off x="5231130" y="6103296"/>
            <a:ext cx="190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990" dirty="0"/>
          </a:p>
        </p:txBody>
      </p:sp>
      <p:sp>
        <p:nvSpPr>
          <p:cNvPr id="70" name="Shape 62"/>
          <p:cNvSpPr/>
          <p:nvPr/>
        </p:nvSpPr>
        <p:spPr>
          <a:xfrm>
            <a:off x="5232400" y="63360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1" name="Shape 63"/>
          <p:cNvSpPr/>
          <p:nvPr/>
        </p:nvSpPr>
        <p:spPr>
          <a:xfrm>
            <a:off x="5372100" y="63360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2" name="Shape 64"/>
          <p:cNvSpPr/>
          <p:nvPr/>
        </p:nvSpPr>
        <p:spPr>
          <a:xfrm>
            <a:off x="5514340" y="63360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3" name="English内容"/>
          <p:cNvSpPr txBox="1"/>
          <p:nvPr/>
        </p:nvSpPr>
        <p:spPr>
          <a:xfrm>
            <a:off x="5231130" y="643305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800" dirty="0"/>
          </a:p>
        </p:txBody>
      </p:sp>
      <p:sp>
        <p:nvSpPr>
          <p:cNvPr id="74" name="Spanish"/>
          <p:cNvSpPr txBox="1"/>
          <p:nvPr/>
        </p:nvSpPr>
        <p:spPr>
          <a:xfrm>
            <a:off x="5231130" y="6657016"/>
            <a:ext cx="190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</a:t>
            </a:r>
            <a:endParaRPr lang="en-US" sz="990" dirty="0"/>
          </a:p>
        </p:txBody>
      </p:sp>
      <p:sp>
        <p:nvSpPr>
          <p:cNvPr id="75" name="Shape 67"/>
          <p:cNvSpPr/>
          <p:nvPr/>
        </p:nvSpPr>
        <p:spPr>
          <a:xfrm>
            <a:off x="5232400" y="688975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6" name="Shape 68"/>
          <p:cNvSpPr/>
          <p:nvPr/>
        </p:nvSpPr>
        <p:spPr>
          <a:xfrm>
            <a:off x="5372100" y="688975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7" name="Shape 69"/>
          <p:cNvSpPr/>
          <p:nvPr/>
        </p:nvSpPr>
        <p:spPr>
          <a:xfrm>
            <a:off x="5514340" y="688975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8" name="Spanish内容"/>
          <p:cNvSpPr txBox="1"/>
          <p:nvPr/>
        </p:nvSpPr>
        <p:spPr>
          <a:xfrm>
            <a:off x="5231130" y="698677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working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 Morgan 个人简历</dc:title>
  <dc:subject>PptxGenJS Presentation</dc:subject>
  <dc:creator>PptxGenJS</dc:creator>
  <cp:lastModifiedBy>PptxGenJS</cp:lastModifiedBy>
  <cp:revision>1</cp:revision>
  <dcterms:created xsi:type="dcterms:W3CDTF">2026-10-25T07:25:43Z</dcterms:created>
  <dcterms:modified xsi:type="dcterms:W3CDTF">2026-10-25T07:25:43Z</dcterms:modified>
</cp:coreProperties>
</file>