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59675" cy="10691495"/>
  <p:notesSz cx="10691495" cy="755967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hyperlink" Target="mailto:linxiaoyu@example.com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5" Type="http://schemas.openxmlformats.org/officeDocument/2006/relationships/image" Target="../media/image-1-4.png"/><Relationship Id="rId6" Type="http://schemas.openxmlformats.org/officeDocument/2006/relationships/image" Target="../media/image-1-5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姓名"/>
          <p:cNvSpPr txBox="1"/>
          <p:nvPr/>
        </p:nvSpPr>
        <p:spPr>
          <a:xfrm>
            <a:off x="647700" y="439547"/>
            <a:ext cx="5197475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林晓雨</a:t>
            </a:r>
            <a:endParaRPr lang="en-US" sz="2200" dirty="0"/>
          </a:p>
        </p:txBody>
      </p:sp>
      <p:sp>
        <p:nvSpPr>
          <p:cNvPr id="3" name="求职意向"/>
          <p:cNvSpPr txBox="1"/>
          <p:nvPr/>
        </p:nvSpPr>
        <p:spPr>
          <a:xfrm>
            <a:off x="647700" y="900779"/>
            <a:ext cx="5197475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求职意向：人力资源业务伙伴（HRBP）</a:t>
            </a:r>
            <a:endParaRPr lang="en-US" sz="1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0" y="1196657"/>
            <a:ext cx="114300" cy="114300"/>
          </a:xfrm>
          <a:prstGeom prst="rect">
            <a:avLst/>
          </a:prstGeom>
        </p:spPr>
      </p:pic>
      <p:sp>
        <p:nvSpPr>
          <p:cNvPr id="5" name="联系方式1"/>
          <p:cNvSpPr txBox="1"/>
          <p:nvPr/>
        </p:nvSpPr>
        <p:spPr>
          <a:xfrm>
            <a:off x="812800" y="1163638"/>
            <a:ext cx="91282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138-0000-0000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829" y="1196657"/>
            <a:ext cx="114300" cy="114300"/>
          </a:xfrm>
          <a:prstGeom prst="rect">
            <a:avLst/>
          </a:prstGeom>
        </p:spPr>
      </p:pic>
      <p:sp>
        <p:nvSpPr>
          <p:cNvPr id="7" name="联系方式2"/>
          <p:cNvSpPr txBox="1"/>
          <p:nvPr/>
        </p:nvSpPr>
        <p:spPr>
          <a:xfrm>
            <a:off x="2093929" y="1163638"/>
            <a:ext cx="144526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linxiaoyu@example.com</a:t>
            </a:r>
            <a:endParaRPr lang="en-US" sz="900" dirty="0"/>
          </a:p>
        </p:txBody>
      </p:sp>
      <p:pic>
        <p:nvPicPr>
          <p:cNvPr id="8" name="链接2" descr="preencoded.png">
            <a:hlinkClick r:id="rId4" tooltip="linxiaoyu@example.com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8829" y="1163638"/>
            <a:ext cx="1610360" cy="177800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2389" y="1196657"/>
            <a:ext cx="114300" cy="114300"/>
          </a:xfrm>
          <a:prstGeom prst="rect">
            <a:avLst/>
          </a:prstGeom>
        </p:spPr>
      </p:pic>
      <p:sp>
        <p:nvSpPr>
          <p:cNvPr id="10" name="联系方式3"/>
          <p:cNvSpPr txBox="1"/>
          <p:nvPr/>
        </p:nvSpPr>
        <p:spPr>
          <a:xfrm>
            <a:off x="3907489" y="1163638"/>
            <a:ext cx="26771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杭州</a:t>
            </a:r>
            <a:endParaRPr lang="en-US" sz="900" dirty="0"/>
          </a:p>
        </p:txBody>
      </p:sp>
      <p:sp>
        <p:nvSpPr>
          <p:cNvPr id="11" name="个人信息"/>
          <p:cNvSpPr txBox="1"/>
          <p:nvPr/>
        </p:nvSpPr>
        <p:spPr>
          <a:xfrm>
            <a:off x="647700" y="1346772"/>
            <a:ext cx="5197475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0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1999 年生  |  本科  |  可随时到岗</a:t>
            </a:r>
            <a:endParaRPr lang="en-US" sz="900" dirty="0"/>
          </a:p>
        </p:txBody>
      </p:sp>
      <p:pic>
        <p:nvPicPr>
          <p:cNvPr id="12" name="照片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7575" y="457200"/>
            <a:ext cx="914400" cy="914400"/>
          </a:xfrm>
          <a:prstGeom prst="ellipse">
            <a:avLst/>
          </a:prstGeom>
        </p:spPr>
      </p:pic>
      <p:sp>
        <p:nvSpPr>
          <p:cNvPr id="13" name="个人简介"/>
          <p:cNvSpPr txBox="1"/>
          <p:nvPr/>
        </p:nvSpPr>
        <p:spPr>
          <a:xfrm>
            <a:off x="647700" y="1608011"/>
            <a:ext cx="62642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4 年</a:t>
            </a:r>
            <a:r>
              <a:rPr lang="en-US" sz="105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互联网 HR 经验，做过招聘、员工关系和组织发展，熟悉 </a:t>
            </a:r>
            <a:r>
              <a:rPr lang="en-US" sz="105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200 人规模团队</a:t>
            </a:r>
            <a:r>
              <a:rPr lang="en-US" sz="105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 从 0 到 1 的人才搭建。擅长把业务目标拆成人力动作，用数据说话。</a:t>
            </a:r>
            <a:endParaRPr lang="en-US" sz="1050" dirty="0"/>
          </a:p>
        </p:txBody>
      </p:sp>
      <p:sp>
        <p:nvSpPr>
          <p:cNvPr id="14" name="Shape 7"/>
          <p:cNvSpPr/>
          <p:nvPr/>
        </p:nvSpPr>
        <p:spPr>
          <a:xfrm>
            <a:off x="647700" y="2286000"/>
            <a:ext cx="38100" cy="174625"/>
          </a:xfrm>
          <a:prstGeom prst="roundRect">
            <a:avLst>
              <a:gd name="adj" fmla="val 40000"/>
            </a:avLst>
          </a:prstGeom>
          <a:solidFill>
            <a:srgbClr val="0F766E"/>
          </a:solidFill>
          <a:ln/>
        </p:spPr>
      </p:sp>
      <p:sp>
        <p:nvSpPr>
          <p:cNvPr id="15" name="工作经历"/>
          <p:cNvSpPr txBox="1"/>
          <p:nvPr/>
        </p:nvSpPr>
        <p:spPr>
          <a:xfrm>
            <a:off x="749300" y="2255044"/>
            <a:ext cx="6162675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3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工作经历</a:t>
            </a:r>
            <a:endParaRPr lang="en-US" sz="1250" dirty="0"/>
          </a:p>
        </p:txBody>
      </p:sp>
      <p:sp>
        <p:nvSpPr>
          <p:cNvPr id="16" name="分隔线"/>
          <p:cNvSpPr/>
          <p:nvPr/>
        </p:nvSpPr>
        <p:spPr>
          <a:xfrm>
            <a:off x="647700" y="2517775"/>
            <a:ext cx="6264275" cy="9525"/>
          </a:xfrm>
          <a:prstGeom prst="rect">
            <a:avLst/>
          </a:prstGeom>
          <a:solidFill>
            <a:srgbClr val="ABCFCC"/>
          </a:solidFill>
          <a:ln/>
        </p:spPr>
      </p:sp>
      <p:sp>
        <p:nvSpPr>
          <p:cNvPr id="17" name="某内容科技有限公司"/>
          <p:cNvSpPr txBox="1"/>
          <p:nvPr/>
        </p:nvSpPr>
        <p:spPr>
          <a:xfrm>
            <a:off x="647700" y="2597563"/>
            <a:ext cx="5178425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8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某内容科技有限公司</a:t>
            </a:r>
            <a:endParaRPr lang="en-US" sz="1150" dirty="0"/>
          </a:p>
        </p:txBody>
      </p:sp>
      <p:sp>
        <p:nvSpPr>
          <p:cNvPr id="18" name="时间"/>
          <p:cNvSpPr txBox="1"/>
          <p:nvPr/>
        </p:nvSpPr>
        <p:spPr>
          <a:xfrm>
            <a:off x="5133975" y="2578449"/>
            <a:ext cx="177800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2023.03 - 至今</a:t>
            </a:r>
            <a:endParaRPr lang="en-US" sz="1050" dirty="0"/>
          </a:p>
        </p:txBody>
      </p:sp>
      <p:sp>
        <p:nvSpPr>
          <p:cNvPr id="19" name="副标题"/>
          <p:cNvSpPr txBox="1"/>
          <p:nvPr/>
        </p:nvSpPr>
        <p:spPr>
          <a:xfrm>
            <a:off x="647700" y="2782549"/>
            <a:ext cx="6264275" cy="173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HRBP · 内容事业部</a:t>
            </a:r>
            <a:endParaRPr lang="en-US" sz="1050" dirty="0"/>
          </a:p>
        </p:txBody>
      </p:sp>
      <p:sp>
        <p:nvSpPr>
          <p:cNvPr id="20" name="列表_某内容科技有限公司"/>
          <p:cNvSpPr txBox="1"/>
          <p:nvPr/>
        </p:nvSpPr>
        <p:spPr>
          <a:xfrm>
            <a:off x="704850" y="3002365"/>
            <a:ext cx="62071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ts val="1800"/>
              </a:lnSpc>
              <a:buSzPct val="100000"/>
              <a:buFont typeface="Arial"/>
              <a:buChar char="•"/>
            </a:pPr>
            <a:r>
              <a:rPr lang="en-US" sz="105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对接 </a:t>
            </a:r>
            <a:r>
              <a:rPr lang="en-US" sz="105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3 个</a:t>
            </a:r>
            <a:r>
              <a:rPr lang="en-US" sz="105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业务团队共 </a:t>
            </a:r>
            <a:r>
              <a:rPr lang="en-US" sz="105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120 人</a:t>
            </a:r>
            <a:r>
              <a:rPr lang="en-US" sz="105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，全年完成招聘 </a:t>
            </a:r>
            <a:r>
              <a:rPr lang="en-US" sz="105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46 人</a:t>
            </a:r>
            <a:r>
              <a:rPr lang="en-US" sz="105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，关键岗位平均到岗周期从 </a:t>
            </a:r>
            <a:r>
              <a:rPr lang="en-US" sz="105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52 天</a:t>
            </a:r>
            <a:r>
              <a:rPr lang="en-US" sz="105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缩短到 </a:t>
            </a:r>
            <a:r>
              <a:rPr lang="en-US" sz="105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31 天</a:t>
            </a:r>
            <a:endParaRPr lang="en-US" sz="1050" dirty="0"/>
          </a:p>
          <a:p>
            <a:pPr marL="171450" indent="-171450">
              <a:lnSpc>
                <a:spcPts val="1800"/>
              </a:lnSpc>
              <a:buSzPct val="100000"/>
              <a:buFont typeface="Arial"/>
              <a:buChar char="•"/>
            </a:pPr>
            <a:r>
              <a:rPr lang="en-US" sz="105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牵头季度绩效校准和晋升评审，推动 </a:t>
            </a:r>
            <a:r>
              <a:rPr lang="en-US" sz="105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OKR 落地</a:t>
            </a:r>
            <a:r>
              <a:rPr lang="en-US" sz="105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，团队目标对齐率提升到 </a:t>
            </a:r>
            <a:r>
              <a:rPr lang="en-US" sz="105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90%</a:t>
            </a:r>
            <a:endParaRPr lang="en-US" sz="1050" dirty="0"/>
          </a:p>
          <a:p>
            <a:pPr marL="171450" indent="-171450">
              <a:lnSpc>
                <a:spcPts val="1800"/>
              </a:lnSpc>
              <a:buSzPct val="100000"/>
              <a:buFont typeface="Arial"/>
              <a:buChar char="•"/>
            </a:pPr>
            <a:r>
              <a:rPr lang="en-US" sz="105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搭建新人 </a:t>
            </a:r>
            <a:r>
              <a:rPr lang="en-US" sz="105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90 天</a:t>
            </a:r>
            <a:r>
              <a:rPr lang="en-US" sz="105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融入计划，试用期离职率由 </a:t>
            </a:r>
            <a:r>
              <a:rPr lang="en-US" sz="105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18% </a:t>
            </a:r>
            <a:r>
              <a:rPr lang="en-US" sz="105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降到 </a:t>
            </a:r>
            <a:r>
              <a:rPr lang="en-US" sz="105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7%</a:t>
            </a:r>
            <a:endParaRPr lang="en-US" sz="1050" dirty="0"/>
          </a:p>
        </p:txBody>
      </p:sp>
      <p:sp>
        <p:nvSpPr>
          <p:cNvPr id="21" name="某电商平台"/>
          <p:cNvSpPr txBox="1"/>
          <p:nvPr/>
        </p:nvSpPr>
        <p:spPr>
          <a:xfrm>
            <a:off x="647700" y="3850841"/>
            <a:ext cx="4978400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8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某电商平台</a:t>
            </a:r>
            <a:endParaRPr lang="en-US" sz="1150" dirty="0"/>
          </a:p>
        </p:txBody>
      </p:sp>
      <p:sp>
        <p:nvSpPr>
          <p:cNvPr id="22" name="时间"/>
          <p:cNvSpPr txBox="1"/>
          <p:nvPr/>
        </p:nvSpPr>
        <p:spPr>
          <a:xfrm>
            <a:off x="5133975" y="3831728"/>
            <a:ext cx="177800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2021.07 - 2023.02</a:t>
            </a:r>
            <a:endParaRPr lang="en-US" sz="1050" dirty="0"/>
          </a:p>
        </p:txBody>
      </p:sp>
      <p:sp>
        <p:nvSpPr>
          <p:cNvPr id="23" name="副标题"/>
          <p:cNvSpPr txBox="1"/>
          <p:nvPr/>
        </p:nvSpPr>
        <p:spPr>
          <a:xfrm>
            <a:off x="647700" y="4035827"/>
            <a:ext cx="6264275" cy="173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招聘专员</a:t>
            </a:r>
            <a:endParaRPr lang="en-US" sz="1050" dirty="0"/>
          </a:p>
        </p:txBody>
      </p:sp>
      <p:sp>
        <p:nvSpPr>
          <p:cNvPr id="24" name="列表_某电商平台"/>
          <p:cNvSpPr txBox="1"/>
          <p:nvPr/>
        </p:nvSpPr>
        <p:spPr>
          <a:xfrm>
            <a:off x="704850" y="4255643"/>
            <a:ext cx="62071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ts val="1800"/>
              </a:lnSpc>
              <a:buSzPct val="100000"/>
              <a:buFont typeface="Arial"/>
              <a:buChar char="•"/>
            </a:pPr>
            <a:r>
              <a:rPr lang="en-US" sz="105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负责运营、设计类岗位招聘，两年累计入职 </a:t>
            </a:r>
            <a:r>
              <a:rPr lang="en-US" sz="105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85 人</a:t>
            </a:r>
            <a:r>
              <a:rPr lang="en-US" sz="105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，Offer 接受率 </a:t>
            </a:r>
            <a:r>
              <a:rPr lang="en-US" sz="105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82%</a:t>
            </a:r>
            <a:endParaRPr lang="en-US" sz="1050" dirty="0"/>
          </a:p>
          <a:p>
            <a:pPr marL="171450" indent="-171450">
              <a:lnSpc>
                <a:spcPts val="1800"/>
              </a:lnSpc>
              <a:buSzPct val="100000"/>
              <a:buFont typeface="Arial"/>
              <a:buChar char="•"/>
            </a:pPr>
            <a:r>
              <a:rPr lang="en-US" sz="105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梳理招聘渠道数据，砍掉 </a:t>
            </a:r>
            <a:r>
              <a:rPr lang="en-US" sz="105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2 个</a:t>
            </a:r>
            <a:r>
              <a:rPr lang="en-US" sz="105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低效渠道，单人招聘成本下降 </a:t>
            </a:r>
            <a:r>
              <a:rPr lang="en-US" sz="105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25%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647700" y="4933633"/>
            <a:ext cx="38100" cy="174625"/>
          </a:xfrm>
          <a:prstGeom prst="roundRect">
            <a:avLst>
              <a:gd name="adj" fmla="val 40000"/>
            </a:avLst>
          </a:prstGeom>
          <a:solidFill>
            <a:srgbClr val="0F766E"/>
          </a:solidFill>
          <a:ln/>
        </p:spPr>
      </p:sp>
      <p:sp>
        <p:nvSpPr>
          <p:cNvPr id="26" name="项目经历"/>
          <p:cNvSpPr txBox="1"/>
          <p:nvPr/>
        </p:nvSpPr>
        <p:spPr>
          <a:xfrm>
            <a:off x="749300" y="4902676"/>
            <a:ext cx="6162675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3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项目经历</a:t>
            </a:r>
            <a:endParaRPr lang="en-US" sz="1250" dirty="0"/>
          </a:p>
        </p:txBody>
      </p:sp>
      <p:sp>
        <p:nvSpPr>
          <p:cNvPr id="27" name="分隔线"/>
          <p:cNvSpPr/>
          <p:nvPr/>
        </p:nvSpPr>
        <p:spPr>
          <a:xfrm>
            <a:off x="647700" y="5165408"/>
            <a:ext cx="6264275" cy="9525"/>
          </a:xfrm>
          <a:prstGeom prst="rect">
            <a:avLst/>
          </a:prstGeom>
          <a:solidFill>
            <a:srgbClr val="ABCFCC"/>
          </a:solidFill>
          <a:ln/>
        </p:spPr>
      </p:sp>
      <p:sp>
        <p:nvSpPr>
          <p:cNvPr id="28" name="校园招聘品牌升级"/>
          <p:cNvSpPr txBox="1"/>
          <p:nvPr/>
        </p:nvSpPr>
        <p:spPr>
          <a:xfrm>
            <a:off x="647700" y="5245195"/>
            <a:ext cx="4978400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8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校园招聘品牌升级</a:t>
            </a:r>
            <a:endParaRPr lang="en-US" sz="1150" dirty="0"/>
          </a:p>
        </p:txBody>
      </p:sp>
      <p:sp>
        <p:nvSpPr>
          <p:cNvPr id="29" name="时间"/>
          <p:cNvSpPr txBox="1"/>
          <p:nvPr/>
        </p:nvSpPr>
        <p:spPr>
          <a:xfrm>
            <a:off x="5133975" y="5226082"/>
            <a:ext cx="177800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2022.09 - 2022.12</a:t>
            </a:r>
            <a:endParaRPr lang="en-US" sz="1050" dirty="0"/>
          </a:p>
        </p:txBody>
      </p:sp>
      <p:sp>
        <p:nvSpPr>
          <p:cNvPr id="30" name="副标题"/>
          <p:cNvSpPr txBox="1"/>
          <p:nvPr/>
        </p:nvSpPr>
        <p:spPr>
          <a:xfrm>
            <a:off x="647700" y="5430181"/>
            <a:ext cx="6264275" cy="173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项目负责人</a:t>
            </a:r>
            <a:endParaRPr lang="en-US" sz="1050" dirty="0"/>
          </a:p>
        </p:txBody>
      </p:sp>
      <p:sp>
        <p:nvSpPr>
          <p:cNvPr id="31" name="描述"/>
          <p:cNvSpPr txBox="1"/>
          <p:nvPr/>
        </p:nvSpPr>
        <p:spPr>
          <a:xfrm>
            <a:off x="635000" y="5649997"/>
            <a:ext cx="6264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策划 </a:t>
            </a:r>
            <a:r>
              <a:rPr lang="en-US" sz="105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6 场</a:t>
            </a:r>
            <a:r>
              <a:rPr lang="en-US" sz="105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高校宣讲和线上直播，简历投递量同比增长 </a:t>
            </a:r>
            <a:r>
              <a:rPr lang="en-US" sz="105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140%</a:t>
            </a:r>
            <a:r>
              <a:rPr lang="en-US" sz="105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，最终签约 </a:t>
            </a:r>
            <a:r>
              <a:rPr lang="en-US" sz="105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23 名</a:t>
            </a:r>
            <a:r>
              <a:rPr lang="en-US" sz="105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应届生。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647700" y="6099387"/>
            <a:ext cx="38100" cy="174625"/>
          </a:xfrm>
          <a:prstGeom prst="roundRect">
            <a:avLst>
              <a:gd name="adj" fmla="val 40000"/>
            </a:avLst>
          </a:prstGeom>
          <a:solidFill>
            <a:srgbClr val="0F766E"/>
          </a:solidFill>
          <a:ln/>
        </p:spPr>
      </p:sp>
      <p:sp>
        <p:nvSpPr>
          <p:cNvPr id="33" name="教育经历"/>
          <p:cNvSpPr txBox="1"/>
          <p:nvPr/>
        </p:nvSpPr>
        <p:spPr>
          <a:xfrm>
            <a:off x="749300" y="6068430"/>
            <a:ext cx="6162675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3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教育经历</a:t>
            </a:r>
            <a:endParaRPr lang="en-US" sz="1250" dirty="0"/>
          </a:p>
        </p:txBody>
      </p:sp>
      <p:sp>
        <p:nvSpPr>
          <p:cNvPr id="34" name="分隔线"/>
          <p:cNvSpPr/>
          <p:nvPr/>
        </p:nvSpPr>
        <p:spPr>
          <a:xfrm>
            <a:off x="647700" y="6331162"/>
            <a:ext cx="6264275" cy="9525"/>
          </a:xfrm>
          <a:prstGeom prst="rect">
            <a:avLst/>
          </a:prstGeom>
          <a:solidFill>
            <a:srgbClr val="ABCFCC"/>
          </a:solidFill>
          <a:ln/>
        </p:spPr>
      </p:sp>
      <p:sp>
        <p:nvSpPr>
          <p:cNvPr id="35" name="某某大学"/>
          <p:cNvSpPr txBox="1"/>
          <p:nvPr/>
        </p:nvSpPr>
        <p:spPr>
          <a:xfrm>
            <a:off x="647700" y="6410949"/>
            <a:ext cx="4978400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8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某某大学</a:t>
            </a:r>
            <a:endParaRPr lang="en-US" sz="1150" dirty="0"/>
          </a:p>
        </p:txBody>
      </p:sp>
      <p:sp>
        <p:nvSpPr>
          <p:cNvPr id="36" name="时间"/>
          <p:cNvSpPr txBox="1"/>
          <p:nvPr/>
        </p:nvSpPr>
        <p:spPr>
          <a:xfrm>
            <a:off x="5133975" y="6391836"/>
            <a:ext cx="177800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2017.09 - 2021.06</a:t>
            </a:r>
            <a:endParaRPr lang="en-US" sz="1050" dirty="0"/>
          </a:p>
        </p:txBody>
      </p:sp>
      <p:sp>
        <p:nvSpPr>
          <p:cNvPr id="37" name="副标题"/>
          <p:cNvSpPr txBox="1"/>
          <p:nvPr/>
        </p:nvSpPr>
        <p:spPr>
          <a:xfrm>
            <a:off x="647700" y="6595936"/>
            <a:ext cx="6264275" cy="173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人力资源管理 · 本科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647700" y="7036541"/>
            <a:ext cx="38100" cy="174625"/>
          </a:xfrm>
          <a:prstGeom prst="roundRect">
            <a:avLst>
              <a:gd name="adj" fmla="val 40000"/>
            </a:avLst>
          </a:prstGeom>
          <a:solidFill>
            <a:srgbClr val="0F766E"/>
          </a:solidFill>
          <a:ln/>
        </p:spPr>
      </p:sp>
      <p:sp>
        <p:nvSpPr>
          <p:cNvPr id="39" name="技能"/>
          <p:cNvSpPr txBox="1"/>
          <p:nvPr/>
        </p:nvSpPr>
        <p:spPr>
          <a:xfrm>
            <a:off x="749300" y="7005585"/>
            <a:ext cx="6162675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3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技能</a:t>
            </a:r>
            <a:endParaRPr lang="en-US" sz="1250" dirty="0"/>
          </a:p>
        </p:txBody>
      </p:sp>
      <p:sp>
        <p:nvSpPr>
          <p:cNvPr id="40" name="分隔线"/>
          <p:cNvSpPr/>
          <p:nvPr/>
        </p:nvSpPr>
        <p:spPr>
          <a:xfrm>
            <a:off x="647700" y="7268316"/>
            <a:ext cx="6264275" cy="9525"/>
          </a:xfrm>
          <a:prstGeom prst="rect">
            <a:avLst/>
          </a:prstGeom>
          <a:solidFill>
            <a:srgbClr val="ABCFCC"/>
          </a:solidFill>
          <a:ln/>
        </p:spPr>
      </p:sp>
      <p:sp>
        <p:nvSpPr>
          <p:cNvPr id="41" name="标签"/>
          <p:cNvSpPr txBox="1"/>
          <p:nvPr/>
        </p:nvSpPr>
        <p:spPr>
          <a:xfrm>
            <a:off x="635000" y="7320259"/>
            <a:ext cx="6264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招聘全流程、绩效管理、员工关系、劳动法、Excel 数据分析、飞书多维表格</a:t>
            </a:r>
            <a:endParaRPr lang="en-US" sz="1050" dirty="0"/>
          </a:p>
        </p:txBody>
      </p:sp>
      <p:sp>
        <p:nvSpPr>
          <p:cNvPr id="42" name="Shape 35"/>
          <p:cNvSpPr/>
          <p:nvPr/>
        </p:nvSpPr>
        <p:spPr>
          <a:xfrm>
            <a:off x="647700" y="7769648"/>
            <a:ext cx="38100" cy="174625"/>
          </a:xfrm>
          <a:prstGeom prst="roundRect">
            <a:avLst>
              <a:gd name="adj" fmla="val 40000"/>
            </a:avLst>
          </a:prstGeom>
          <a:solidFill>
            <a:srgbClr val="0F766E"/>
          </a:solidFill>
          <a:ln/>
        </p:spPr>
      </p:sp>
      <p:sp>
        <p:nvSpPr>
          <p:cNvPr id="43" name="证书"/>
          <p:cNvSpPr txBox="1"/>
          <p:nvPr/>
        </p:nvSpPr>
        <p:spPr>
          <a:xfrm>
            <a:off x="749300" y="7738692"/>
            <a:ext cx="6162675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3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证书</a:t>
            </a:r>
            <a:endParaRPr lang="en-US" sz="1250" dirty="0"/>
          </a:p>
        </p:txBody>
      </p:sp>
      <p:sp>
        <p:nvSpPr>
          <p:cNvPr id="44" name="分隔线"/>
          <p:cNvSpPr/>
          <p:nvPr/>
        </p:nvSpPr>
        <p:spPr>
          <a:xfrm>
            <a:off x="647700" y="8001423"/>
            <a:ext cx="6264275" cy="9525"/>
          </a:xfrm>
          <a:prstGeom prst="rect">
            <a:avLst/>
          </a:prstGeom>
          <a:solidFill>
            <a:srgbClr val="ABCFCC"/>
          </a:solidFill>
          <a:ln/>
        </p:spPr>
      </p:sp>
      <p:sp>
        <p:nvSpPr>
          <p:cNvPr id="45" name="企业人力资源管理师（二级）"/>
          <p:cNvSpPr txBox="1"/>
          <p:nvPr/>
        </p:nvSpPr>
        <p:spPr>
          <a:xfrm>
            <a:off x="647700" y="8053366"/>
            <a:ext cx="1835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企业人力资源管理师（二级）</a:t>
            </a:r>
            <a:endParaRPr lang="en-US" sz="1050" dirty="0"/>
          </a:p>
        </p:txBody>
      </p:sp>
      <p:sp>
        <p:nvSpPr>
          <p:cNvPr id="46" name="时间"/>
          <p:cNvSpPr txBox="1"/>
          <p:nvPr/>
        </p:nvSpPr>
        <p:spPr>
          <a:xfrm>
            <a:off x="5387975" y="8053366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2023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林晓雨 个人简历</dc:title>
  <dc:subject>PptxGenJS Presentation</dc:subject>
  <dc:creator>PptxGenJS</dc:creator>
  <cp:lastModifiedBy>PptxGenJS</cp:lastModifiedBy>
  <cp:revision>1</cp:revision>
  <dcterms:created xsi:type="dcterms:W3CDTF">2026-10-25T07:25:44Z</dcterms:created>
  <dcterms:modified xsi:type="dcterms:W3CDTF">2026-10-25T07:25:44Z</dcterms:modified>
</cp:coreProperties>
</file>